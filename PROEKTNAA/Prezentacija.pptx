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66" r:id="rId3"/>
    <p:sldId id="258" r:id="rId4"/>
    <p:sldId id="259" r:id="rId5"/>
    <p:sldId id="267" r:id="rId6"/>
    <p:sldId id="260" r:id="rId7"/>
    <p:sldId id="268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074" y="-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88F9F-90CD-4E99-B1B9-51BABF50352F}" type="datetimeFigureOut">
              <a:rPr lang="en-US" smtClean="0"/>
              <a:pPr/>
              <a:t>4/4/2018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7684C-01CE-4CF7-B5A2-3B3AFC0AFA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88F9F-90CD-4E99-B1B9-51BABF50352F}" type="datetimeFigureOut">
              <a:rPr lang="en-US" smtClean="0"/>
              <a:pPr/>
              <a:t>4/4/2018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7684C-01CE-4CF7-B5A2-3B3AFC0AFA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88F9F-90CD-4E99-B1B9-51BABF50352F}" type="datetimeFigureOut">
              <a:rPr lang="en-US" smtClean="0"/>
              <a:pPr/>
              <a:t>4/4/2018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7684C-01CE-4CF7-B5A2-3B3AFC0AFA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88F9F-90CD-4E99-B1B9-51BABF50352F}" type="datetimeFigureOut">
              <a:rPr lang="en-US" smtClean="0"/>
              <a:pPr/>
              <a:t>4/4/2018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7684C-01CE-4CF7-B5A2-3B3AFC0AFA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88F9F-90CD-4E99-B1B9-51BABF50352F}" type="datetimeFigureOut">
              <a:rPr lang="en-US" smtClean="0"/>
              <a:pPr/>
              <a:t>4/4/2018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7684C-01CE-4CF7-B5A2-3B3AFC0AFA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88F9F-90CD-4E99-B1B9-51BABF50352F}" type="datetimeFigureOut">
              <a:rPr lang="en-US" smtClean="0"/>
              <a:pPr/>
              <a:t>4/4/2018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7684C-01CE-4CF7-B5A2-3B3AFC0AFA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88F9F-90CD-4E99-B1B9-51BABF50352F}" type="datetimeFigureOut">
              <a:rPr lang="en-US" smtClean="0"/>
              <a:pPr/>
              <a:t>4/4/2018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7684C-01CE-4CF7-B5A2-3B3AFC0AFA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88F9F-90CD-4E99-B1B9-51BABF50352F}" type="datetimeFigureOut">
              <a:rPr lang="en-US" smtClean="0"/>
              <a:pPr/>
              <a:t>4/4/2018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7684C-01CE-4CF7-B5A2-3B3AFC0AFA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88F9F-90CD-4E99-B1B9-51BABF50352F}" type="datetimeFigureOut">
              <a:rPr lang="en-US" smtClean="0"/>
              <a:pPr/>
              <a:t>4/4/2018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7684C-01CE-4CF7-B5A2-3B3AFC0AFA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88F9F-90CD-4E99-B1B9-51BABF50352F}" type="datetimeFigureOut">
              <a:rPr lang="en-US" smtClean="0"/>
              <a:pPr/>
              <a:t>4/4/2018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7684C-01CE-4CF7-B5A2-3B3AFC0AFA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88F9F-90CD-4E99-B1B9-51BABF50352F}" type="datetimeFigureOut">
              <a:rPr lang="en-US" smtClean="0"/>
              <a:pPr/>
              <a:t>4/4/2018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7684C-01CE-4CF7-B5A2-3B3AFC0AFA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E88F9F-90CD-4E99-B1B9-51BABF50352F}" type="datetimeFigureOut">
              <a:rPr lang="en-US" smtClean="0"/>
              <a:pPr/>
              <a:t>4/4/2018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57684C-01CE-4CF7-B5A2-3B3AFC0AFAC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DDB9D140-CFDF-4331-9280-484DE864541E}"/>
              </a:ext>
            </a:extLst>
          </p:cNvPr>
          <p:cNvSpPr/>
          <p:nvPr/>
        </p:nvSpPr>
        <p:spPr>
          <a:xfrm rot="16200000">
            <a:off x="3786182" y="1357298"/>
            <a:ext cx="1643074" cy="1643074"/>
          </a:xfrm>
          <a:prstGeom prst="rect">
            <a:avLst/>
          </a:prstGeom>
          <a:ln w="19050">
            <a:gradFill flip="none" rotWithShape="1">
              <a:gsLst>
                <a:gs pos="77300">
                  <a:srgbClr val="414344"/>
                </a:gs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8100000" scaled="1"/>
              <a:tileRect/>
            </a:gradFill>
          </a:ln>
          <a:effectLst>
            <a:glow>
              <a:schemeClr val="accent1">
                <a:alpha val="40000"/>
              </a:schemeClr>
            </a:glow>
            <a:softEdge rad="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300"/>
          </a:p>
        </p:txBody>
      </p:sp>
      <p:sp>
        <p:nvSpPr>
          <p:cNvPr id="7" name="Isosceles Triangle 6"/>
          <p:cNvSpPr/>
          <p:nvPr/>
        </p:nvSpPr>
        <p:spPr>
          <a:xfrm>
            <a:off x="0" y="3253276"/>
            <a:ext cx="7380706" cy="3604723"/>
          </a:xfrm>
          <a:prstGeom prst="triangle">
            <a:avLst>
              <a:gd name="adj" fmla="val 0"/>
            </a:avLst>
          </a:prstGeom>
          <a:gradFill flip="none" rotWithShape="1">
            <a:gsLst>
              <a:gs pos="0">
                <a:srgbClr val="000000"/>
              </a:gs>
              <a:gs pos="67000">
                <a:srgbClr val="FFFFFF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214686"/>
            <a:ext cx="9144000" cy="857232"/>
          </a:xfrm>
        </p:spPr>
        <p:txBody>
          <a:bodyPr>
            <a:normAutofit/>
          </a:bodyPr>
          <a:lstStyle/>
          <a:p>
            <a:r>
              <a:rPr lang="en-US" dirty="0" smtClean="0"/>
              <a:t>Balloons and arrows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43108" y="4214818"/>
            <a:ext cx="4786346" cy="714380"/>
          </a:xfrm>
        </p:spPr>
        <p:txBody>
          <a:bodyPr/>
          <a:lstStyle/>
          <a:p>
            <a:r>
              <a:rPr lang="mk-MK" dirty="0" smtClean="0">
                <a:solidFill>
                  <a:schemeClr val="tx1"/>
                </a:solidFill>
              </a:rPr>
              <a:t>ИГРА ВО ДЕЛФИ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 descr="12439425_10154073440914176_6876535669486971852_n"/>
          <p:cNvPicPr/>
          <p:nvPr/>
        </p:nvPicPr>
        <p:blipFill>
          <a:blip r:embed="rId2" cstate="print"/>
          <a:srcRect t="13229" b="19594"/>
          <a:stretch>
            <a:fillRect/>
          </a:stretch>
        </p:blipFill>
        <p:spPr bwMode="auto">
          <a:xfrm>
            <a:off x="2714612" y="6438022"/>
            <a:ext cx="500066" cy="419978"/>
          </a:xfrm>
          <a:prstGeom prst="rect">
            <a:avLst/>
          </a:prstGeom>
          <a:noFill/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3214678" y="6429396"/>
            <a:ext cx="3286148" cy="4286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mk-MK" sz="4400" dirty="0" smtClean="0">
                <a:latin typeface="+mj-lt"/>
                <a:ea typeface="+mj-ea"/>
                <a:cs typeface="+mj-cs"/>
              </a:rPr>
              <a:t>СОУ „Гошо Викентиев“ - Кочани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122" name="Picture 2" descr="C:\Users\nikola\Desktop\slikiii\ball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57620" y="1428736"/>
            <a:ext cx="1490612" cy="1490612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5" name="Picture 11" descr="C:\Users\nikola\Desktop\slikiii\33322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13" name="Rectangle 12"/>
          <p:cNvSpPr/>
          <p:nvPr/>
        </p:nvSpPr>
        <p:spPr>
          <a:xfrm>
            <a:off x="714348" y="2143116"/>
            <a:ext cx="3429024" cy="1643074"/>
          </a:xfrm>
          <a:prstGeom prst="rect">
            <a:avLst/>
          </a:prstGeom>
          <a:solidFill>
            <a:srgbClr val="FFFFFF">
              <a:alpha val="43137"/>
            </a:srgbClr>
          </a:solidFill>
          <a:ln w="28575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8760" y="2500306"/>
            <a:ext cx="2071670" cy="857232"/>
          </a:xfrm>
        </p:spPr>
        <p:txBody>
          <a:bodyPr>
            <a:normAutofit/>
          </a:bodyPr>
          <a:lstStyle/>
          <a:p>
            <a:r>
              <a:rPr lang="mk-MK" dirty="0" smtClean="0"/>
              <a:t>ВОВЕД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9BC31757-B499-42D5-8B0A-FB7674DF0A22}"/>
              </a:ext>
            </a:extLst>
          </p:cNvPr>
          <p:cNvCxnSpPr/>
          <p:nvPr/>
        </p:nvCxnSpPr>
        <p:spPr>
          <a:xfrm>
            <a:off x="1571604" y="3213098"/>
            <a:ext cx="178595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nikola\Desktop\slikiii\formmmmm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3999" cy="6858000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4643438" y="3000372"/>
            <a:ext cx="3429024" cy="1643074"/>
          </a:xfrm>
          <a:prstGeom prst="rect">
            <a:avLst/>
          </a:prstGeom>
          <a:solidFill>
            <a:srgbClr val="FFFFFF">
              <a:alpha val="43137"/>
            </a:srgbClr>
          </a:solidFill>
          <a:ln w="28575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4643438" y="3000372"/>
            <a:ext cx="3429024" cy="1643074"/>
          </a:xfrm>
        </p:spPr>
        <p:txBody>
          <a:bodyPr>
            <a:normAutofit/>
          </a:bodyPr>
          <a:lstStyle/>
          <a:p>
            <a:r>
              <a:rPr lang="en-US" dirty="0" smtClean="0"/>
              <a:t>DELPHI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9BC31757-B499-42D5-8B0A-FB7674DF0A22}"/>
              </a:ext>
            </a:extLst>
          </p:cNvPr>
          <p:cNvCxnSpPr/>
          <p:nvPr/>
        </p:nvCxnSpPr>
        <p:spPr>
          <a:xfrm>
            <a:off x="5500694" y="4070354"/>
            <a:ext cx="1714512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nikola\Desktop\slikiii\PhotoshopVsIllustrator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9" name="Rectangle 8"/>
          <p:cNvSpPr/>
          <p:nvPr/>
        </p:nvSpPr>
        <p:spPr>
          <a:xfrm>
            <a:off x="2571736" y="928670"/>
            <a:ext cx="3929090" cy="1857388"/>
          </a:xfrm>
          <a:prstGeom prst="rect">
            <a:avLst/>
          </a:prstGeom>
          <a:solidFill>
            <a:srgbClr val="FFFFFF">
              <a:alpha val="43137"/>
            </a:srgbClr>
          </a:solidFill>
          <a:ln w="28575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2571736" y="928670"/>
            <a:ext cx="3929090" cy="1857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k-MK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ДИЗАЈН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9BC31757-B499-42D5-8B0A-FB7674DF0A22}"/>
              </a:ext>
            </a:extLst>
          </p:cNvPr>
          <p:cNvCxnSpPr/>
          <p:nvPr/>
        </p:nvCxnSpPr>
        <p:spPr>
          <a:xfrm>
            <a:off x="3571868" y="2071678"/>
            <a:ext cx="1857388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C:\Users\nikola\Desktop\slikiii\code-1839406_640-1-600x427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4500562" y="1643050"/>
            <a:ext cx="3929090" cy="1857388"/>
          </a:xfrm>
          <a:prstGeom prst="rect">
            <a:avLst/>
          </a:prstGeom>
          <a:solidFill>
            <a:srgbClr val="FFFFFF">
              <a:alpha val="43137"/>
            </a:srgbClr>
          </a:solidFill>
          <a:ln w="28575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500562" y="1643050"/>
            <a:ext cx="3929090" cy="1857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k-MK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ПРОГРАМИРАЊЕ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9BC31757-B499-42D5-8B0A-FB7674DF0A22}"/>
              </a:ext>
            </a:extLst>
          </p:cNvPr>
          <p:cNvCxnSpPr/>
          <p:nvPr/>
        </p:nvCxnSpPr>
        <p:spPr>
          <a:xfrm>
            <a:off x="4572000" y="2786058"/>
            <a:ext cx="3786214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nikola\Desktop\kikcass.p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itle 1"/>
          <p:cNvSpPr txBox="1">
            <a:spLocks/>
          </p:cNvSpPr>
          <p:nvPr/>
        </p:nvSpPr>
        <p:spPr>
          <a:xfrm>
            <a:off x="0" y="4572008"/>
            <a:ext cx="3929090" cy="1857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k-MK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ЕЛЕМЕНТИ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 descr="C:\Users\nikola\Desktop\slikiii\Circuit Board Tunnel 01_preview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2428860" y="2500306"/>
            <a:ext cx="3929090" cy="1857388"/>
          </a:xfrm>
          <a:prstGeom prst="rect">
            <a:avLst/>
          </a:prstGeom>
          <a:solidFill>
            <a:srgbClr val="FFFFFF">
              <a:alpha val="43137"/>
            </a:srgbClr>
          </a:solidFill>
          <a:ln w="28575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428860" y="2500306"/>
            <a:ext cx="3929090" cy="1857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DEMO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9BC31757-B499-42D5-8B0A-FB7674DF0A22}"/>
              </a:ext>
            </a:extLst>
          </p:cNvPr>
          <p:cNvCxnSpPr/>
          <p:nvPr/>
        </p:nvCxnSpPr>
        <p:spPr>
          <a:xfrm>
            <a:off x="3643306" y="3643314"/>
            <a:ext cx="1500198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815</TotalTime>
  <Words>19</Words>
  <Application>Microsoft Office PowerPoint</Application>
  <PresentationFormat>On-screen Show (4:3)</PresentationFormat>
  <Paragraphs>9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Balloons and arrows</vt:lpstr>
      <vt:lpstr>ВОВЕД</vt:lpstr>
      <vt:lpstr>DELPHI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nikola</dc:creator>
  <cp:lastModifiedBy>nikola</cp:lastModifiedBy>
  <cp:revision>40</cp:revision>
  <dcterms:created xsi:type="dcterms:W3CDTF">2018-04-03T10:35:35Z</dcterms:created>
  <dcterms:modified xsi:type="dcterms:W3CDTF">2018-04-04T20:51:37Z</dcterms:modified>
</cp:coreProperties>
</file>